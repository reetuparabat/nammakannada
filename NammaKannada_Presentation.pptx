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1554480"/>
            <a:ext cx="100584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F172A"/>
                </a:solidFill>
                <a:latin typeface="Arial"/>
              </a:defRPr>
            </a:pPr>
            <a:r>
              <a:t>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46304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NammaKannada</a:t>
            </a:r>
          </a:p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ನಮ್ಮ ಕನ್ನಡ • Everyday Kannada Learning &amp; Communication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926080"/>
            <a:ext cx="97840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Arial"/>
              </a:defRPr>
            </a:pPr>
            <a:r>
              <a:t>A context-aware, offline-first situational learning platform designed to bridge the linguistic gap for migrants, students, and professionals in Karnataka through interactive dialogues, voice training, and real-world scenarios.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6342570" cy="7540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rPr dirty="0"/>
              <a:t>Presenter: Reetu Parabat</a:t>
            </a:r>
          </a:p>
          <a:p>
            <a:pPr>
              <a:defRPr sz="1250">
                <a:solidFill>
                  <a:srgbClr val="F59E0B"/>
                </a:solidFill>
                <a:latin typeface="Arial"/>
              </a:defRPr>
            </a:pPr>
            <a:r>
              <a:rPr dirty="0"/>
              <a:t>Kannada Digital Innovation Hackathon 2026 (</a:t>
            </a:r>
            <a:r>
              <a:rPr dirty="0" err="1"/>
              <a:t>HackerRank</a:t>
            </a:r>
            <a:r>
              <a:rPr dirty="0"/>
              <a:t> Campus Crew, NIE Mysuru)</a:t>
            </a:r>
            <a:br>
              <a:rPr dirty="0"/>
            </a:br>
            <a:r>
              <a:rPr dirty="0"/>
              <a:t>Primary: Problem Statement 3 (Kannada in Everyday Life)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PROBLEM STATEMENT 3 (PRIMARY) &amp; PS 1 • ನಮ್ಮ ಕನ್ನಡ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Problem Statement 3: Kannada in Everyday Life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NammaKannada — Context-Aware Everyday Kannada Learning Platform  |  Presenter: Reetu Parabat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1. The Core Problem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Acute language barrier faced by non-Kannada speakers during daily transit, essential services, and healthcare.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Crucial everyday situations (auto meters, BMTC bus stops, clinic visits, vegetable markets) create immediate communication paralysis.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Fear of miscommunication or causing unintentional offense leads to social anxiety and friction.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4296" y="187452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2. Target Population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15M+ Migrants &amp; Tech Professionals relocating to Bengaluru and Karnataka's industrial hubs.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Out-of-state College Students navigating campuses, PG accommodations, and local transit.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Healthcare Seekers &amp; Elders who need immediate, accurate translation during medical visits.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Local Drivers &amp; Vendors who experience operational friction and misinterpretation daily.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2" y="187452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3. Why It Truly Matters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Cultural Respect &amp; Harmony: Speaking even basic conversational Kannada demonstrates respect and fosters community integration.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Daily Safety &amp; Autonomy: Essential for negotiating fair fares, understanding bus stages, and describing physical health symptoms.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Preserving Heritage: Revitalizes Kannada usage by making it accessible and welcoming to new residents.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NAMMAKANNADA • ನಮ್ಮ ಕನ್ನಡ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Existing System: Current Landscape vs Critical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NammaKannada — Context-Aware Everyday Kannada Learning Platform  |  Presenter: Reetu Parabat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75504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626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How the Problem is Handled Today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Generic Language Apps (Duolingo, etc.):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Focus heavily on European languages; Kannada content is virtually absent or strictly academic.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Traditional Grammar Textbooks: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Teach formal, literary Kannada ('The cow grazes in the meadow') rather than street-smart colloquial phrases.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Google Translate / General MT: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Produces robotic, overly literal translations devoid of local Bengaluru idioms ('Adjust maadi', 'Meter haaki').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Scattered YouTube / Instagram Reels: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Fragmented, non-interactive, passive video consumption with zero retention testing or offline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7104" y="1874519"/>
            <a:ext cx="4626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Critical Limitations &amp; Market Gaps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Zero Situational Context: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Learners know random words ('Mane' = house) but cannot form a sentence to ask a bus conductor for a ticket.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Connectivity Dependence: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Translation tools fail when most needed: basement metro concourses, remote highways, or crowded vegetable mandis.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No Phonetic Guidance: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Kannada script is intimidating for beginners; tools lack romanized phonetic transliteration and spoken feedback.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No Editorial Verification: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Crowdsourced forums frequently contain incorrect grammar, offensive slang, or outdated regional dialects.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NAMMAKANNADA • ನಮ್ಮ ಕನ್ನಡ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How NammaKannada Is Different: 4 Core Innovations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NammaKannada — Context-Aware Everyday Kannada Learning Platform  |  Presenter: Reetu Parabat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75504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10512"/>
            <a:ext cx="40782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Hyper-Contextual Life Scenarios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Organized strictly by daily situations: Auto Booking, BMTC Bus, Clinic, Darshini Dining, College Admin, House Rental.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Real spoken colloquial dialect: 'Eshtu aagutte?', 'Meter haaki', 'Adjust maadi'.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645920"/>
            <a:ext cx="5175504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28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7184" y="1810512"/>
            <a:ext cx="40782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Offline-First PWA &amp; WebAPK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Full situational phrasebook and audio manifests cached locally via IndexedDB and Service Workers.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Zero connectivity required in basement metros, crowded buses, or remote highway stops.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175504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19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42231"/>
            <a:ext cx="40782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Speech Recognition &amp; Voice Coach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Built-in Web Speech API integration: listen to authentic native pronunciation with adjustable playback rate.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Real-time voice recognition compares user's spoken Kannada against expected phonetics with immediate score.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977639"/>
            <a:ext cx="5175504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4" y="4160519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4" y="4142231"/>
            <a:ext cx="40782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Curated Multi-Tier Editorial Governance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Multi-stage content lifecycle: Draft -&gt; Under Review -&gt; Approved -&gt; Published.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Modifications to live content automatically revert to draft, guaranteeing 100% verified linguistic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NAMMAKANNADA • ನಮ್ಮ ಕನ್ನಡ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Methodology &amp; Approach: The 5-Step Learner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NammaKannada — Context-Aware Everyday Kannada Learning Platform  |  Presenter: Reetu Parabat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93392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1719072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1: 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171907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Select Real-World Need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User browses 6 core life categories.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Selects hyper-specific scenario (e.g. 'Taking a City Bus').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Filters by beginner, intermediate, or advanced difficulty.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645920"/>
            <a:ext cx="1993392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44952" y="1783080"/>
            <a:ext cx="1719072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2: Absorb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377440"/>
            <a:ext cx="171907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Vocabulary &amp; Phonetics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View Kannada script with clean English transliteration.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Listen to native TTS audio pronunciation.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Study formality notes and contextual usage guidelines.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645920"/>
            <a:ext cx="1993392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21224" y="1783080"/>
            <a:ext cx="1719072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3: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377440"/>
            <a:ext cx="171907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Simulated Roleplay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Bilingual branching conversation dialogue.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Practice both asking and responding to conductor/vendor.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Instant contextual hint system for confidence.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645920"/>
            <a:ext cx="1993392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97496" y="1783080"/>
            <a:ext cx="1719072" cy="5029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4: Assess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377440"/>
            <a:ext cx="171907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Active Recall Quizzes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Scenario-based multiple choice challenges.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Audio identification and meaning matching.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Server-side scoring ensures verified mastery.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645920"/>
            <a:ext cx="1993392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573768" y="1783080"/>
            <a:ext cx="1719072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5: Retain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2377440"/>
            <a:ext cx="171907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Offline Sync &amp; Progress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Bookmark crucial phrases into personal pocket phrasebook.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1-click offline sync into client IndexedDB.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Visual completion bars and mastery streaks.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NAMMAKANNADA • ನಮ್ಮ ಕನ್ನಡ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Full-Stack Technology Stack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NammaKannada — Context-Aware Everyday Kannada Learning Platform  |  Presenter: Reetu Parabat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6576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Technology Stack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Frontend Application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Next.js 14 (App Router), TypeScript, Tailwind CSS, SWR, Lucide Icons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Native Mobile App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Capacitor 8 Android wrapper, PWA WebAPK with adaptive icons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Backend Services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Python 3.13, FastAPI (High-performance Async REST), Uvicorn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Database &amp; ORM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SQLAlchemy ORM, SQLite for dev, PostgreSQL ready, Alembic migrations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Offline &amp; Audio APIs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IndexedDB + LocalStorage fallback, Service Worker Cache API, Web Speech API (TTS/STT)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Quality &amp; Testing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Pytest (23 unit tests), Jest (frontend), Playwright (E2E browser tests)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688817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6522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331720"/>
            <a:ext cx="652241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2404872"/>
            <a:ext cx="6156655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1. CLIENT PRESENTATION LAYER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Next.js 14 Responsive UI  •  Capacitor Android WebAPK  •  Service Worker &amp; PWA Shell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273552"/>
            <a:ext cx="652241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3346704"/>
            <a:ext cx="6156655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2. CLIENT DATA &amp; CACHE LAYER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IndexedDB Offline Storage  •  SWR Client Cache  •  Web Speech TTS/STT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215384"/>
            <a:ext cx="652241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4288536"/>
            <a:ext cx="6156655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A5E9"/>
                </a:solidFill>
              </a:defRPr>
            </a:pPr>
            <a:r>
              <a:t>3. REVERSE PROXY &amp; API ROUTING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Next.js /api/v1 Proxy  •  CORS &amp; IPv6 Resolver  •  Edge Static Site Generation (SSG)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5157216"/>
            <a:ext cx="652241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5230368"/>
            <a:ext cx="6156655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A855F7"/>
                </a:solidFill>
              </a:defRPr>
            </a:pPr>
            <a:r>
              <a:t>4. BACKEND &amp; PERSISTENCE LAYER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FastAPI Core (Auth, Phrases, Scenarios, Quizzes)  •  SQLAlchemy Models  •  SQLite /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NAMMAKANNADA • ನಮ್ಮ ಕನ್ನಡ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Execution, Live Deployment &amp; Quality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NammaKannada — Context-Aware Everyday Kannada Learning Platform  |  Presenter: Reetu Parabat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Rigorous Test Suite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</a:defRPr>
            </a:pPr>
            <a:r>
              <a:t>23 Backend Pytest Cases: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100% pass rate across endpoints, quiz scoring algorithms, and security policies.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</a:defRPr>
            </a:pPr>
            <a:r>
              <a:t>4 Jest Test Suites: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 coverage of UI empty/error states and IndexedDB sync fallback.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</a:defRPr>
            </a:pPr>
            <a:r>
              <a:t>Playwright E2E Suite: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 headless Chrome simulation of user learning journey and admin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4296" y="1874519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Live Deployments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</a:defRPr>
            </a:pPr>
            <a:r>
              <a:t>Live Backend API: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https://nammakannada.onrender.com (Render Cloud, PostgreSQL-ready, Swagger docs active).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</a:defRPr>
            </a:pPr>
            <a:r>
              <a:t>Live Web &amp; PWA Frontend: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https://namma-kannada-sigma.vercel.app (Vercel Global Edge Network).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</a:defRPr>
            </a:pPr>
            <a:r>
              <a:t>1-Tap Android App: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Installable WebAPK PWA with high-contrast amber/slate NK adaptive branding.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2" y="1874519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Measurable Impact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</a:defRPr>
            </a:pPr>
            <a:r>
              <a:t>Sub-100ms API Latency: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Optimized SQLite/FastAPI indexing guarantees snappy real-time lookups.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</a:defRPr>
            </a:pPr>
            <a:r>
              <a:t>Zero Friction Access: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 mandatory paywalls, intrusive ads, or complex registrations.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</a:defRPr>
            </a:pPr>
            <a:r>
              <a:t>Social Harmony: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Dismantles misunderstandings by turning hesitation into confident communication.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NAMMAKANNADA • ನಮ್ಮ ಕನ್ನಡ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Conclusion: Summary, Impact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NammaKannada — Context-Aware Everyday Kannada Learning Platform  |  Presenter: Reetu Parabat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75504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626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Summary of Solution &amp; Impact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NammaKannada replaces obsolete grammar-first language learning with practical, scenario-based conversational mastery.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Empowers non-native citizens, students, and workers to communicate respectfully and assertively in daily life.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Delivers true resilience with an offline-first architecture that functions everywhere across Karnataka without internet.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Fosters cultural inclusion and linguistic appreciation without shame or intimidation.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7104" y="1874519"/>
            <a:ext cx="4626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Future Scope &amp; Evolution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AI Conversational Roleplay Agent: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Integrate localized LLMs for dynamic voice conversations simulating real-time street haggling.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Regional Dialect Packs: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Expand beyond Bengaluru to Mysuru, Mangaluru (Coastal Tulu-Kannada), and North Karnataka (Uttara Kannada) accents.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Gamified Community Challenges: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Introduce peer-to-peer audio challenges, badges, and real-world verified practice tokens.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Crowdsourced Verified Slang: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Community-suggested modern colloquialisms curated by native linguistic moderators.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1437</Words>
  <Application>Microsoft Office PowerPoint</Application>
  <PresentationFormat>Widescreen</PresentationFormat>
  <Paragraphs>156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Reetu Parabat</cp:lastModifiedBy>
  <cp:revision>2</cp:revision>
  <dcterms:created xsi:type="dcterms:W3CDTF">2013-01-27T09:14:16Z</dcterms:created>
  <dcterms:modified xsi:type="dcterms:W3CDTF">2026-10-16T14:15:25Z</dcterms:modified>
  <cp:category/>
</cp:coreProperties>
</file>